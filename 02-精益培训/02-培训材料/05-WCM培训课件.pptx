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imHei"/>
                <a:rFonts a:latin="SimHei" a:ea="SimHei"/>
              </a:rPr>
              <a:t>WCM 世界级制造培训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A0C0E0"/>
                </a:solidFill>
                <a:latin typeface="SimHei"/>
                <a:rFonts a:latin="SimHei" a:ea="SimHei"/>
              </a:rPr>
              <a:t>World-Class Manufacturing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D0E8"/>
                </a:solidFill>
                <a:latin typeface="SimHei"/>
                <a:rFonts a:latin="SimHei" a:ea="SimHei"/>
              </a:rPr>
              <a:t>精益知识库 | 方法论培训系列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WCM 概述与愿景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WCM（World-Class Manufacturing）= 世界级制造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愿景：通过全面整合制造系统的各个维度，达到世界级的运营水平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核心理念：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零损失（Zero Loss）：零缺陷、零停机、零事故、零库存浪费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全员参与（Total Employee Involvement）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全系统整合（Total System Integration）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持续改善（Continuous Improvement）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客户导向（Customer Focus）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WCM = Lean + TPM + 质量 + 安全 + 环境 + 成本 + 交期 + 组织效率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WCM 九大支柱总览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支柱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全称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核心目标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自主维护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设备自主管理，零故障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PM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计划维护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预防性/预测性维护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质量管理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零缺陷制造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DM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交期管理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准时交货，缩短交期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环境管理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绿色制造，合规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LM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精益管理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消除浪费，持续改善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安全管理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零事故工作环境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OE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组织效率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人才发展与组织能力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成本管理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全员成本意识，持续降本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AM 自主维护（Autonomous Maintenance）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目标：实现"我的设备我维护"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自主维护 7 步法：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1: 初始清扫 → 发现异常点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2: 对策与改善 → 修复异常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3: 清扫润滑基准 → 制定标准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4: 总点检 → 设备全面教育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5: 自主点检 → 操作员独立点检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6: 工作场所标准化 → 5S整合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Step 7: 自主管理 → 持续自主管理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关键指标：OEE、MTBF、MTTR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PM 计划维护（Planned Maintenance）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目标：零故障、零停机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维护策略：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预防性维护（PM）：按周期定期维护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预测性维护（PdM）：基于状态监控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改善性维护（CM）：根本性改善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维护计划编制（年度/月度）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振动分析、油液分析、红外热成像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备件管理优化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关键指标：MTBF、MTTR、维护成本率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QM 质量管理（Quality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目标：零缺陷制造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核心工具：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SPC 统计过程控制：控制图监控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过程能力分析：Cp &gt;= 1.33, Cpk &gt;= 1.0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防错（Poka-Yoke）：防止人为失误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- 8D 问题解决：系统性分析根因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质量功能展开（QFD）：客户需求转化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质量理念：质量是制造出来的，不是检验出来的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关键指标：Cpk、PPM不良率、客户投诉数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DM 交期管理（Delivery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目标：准时交货，缩短前置时间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价值流图分析（VSM）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前置时间压缩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产线平衡与瓶颈消除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交期承诺管理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订单跟踪与可视化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核心指标：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OTD 准时交货率（目标 &gt; 98%）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Lead Time 前置时间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订单完成率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EM 环境管理（Environment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目标：绿色制造，环境合规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废弃物减量化和资源化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能源管理：降低单位产品能耗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有害物质管控（RoHS、REACH）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碳排放管理：碳足迹核算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环境管理体系（ISO 14001）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与法规对接：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国家环保法规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行业排放标准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客户环保要求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LM 精益管理（Lean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目标：消除浪费，持续改善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核心工具：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- 5S + 目视管理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标准作业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快速换型（SMED）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看板与拉动系统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价值流管理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改善机制：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日常改善（Daily Kaizen）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课题改善（A3 Problem Solving）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突破性改善（Kaikaku）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改善提案制度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SM 安全管理（Safety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目标：零事故工作环境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危险源辨识与风险评估（HIRA）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作业安全标准化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安全行为观察（BBS）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应急响应预案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安全培训与意识提升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紧固件行业重点：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冲压设备安全防护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化学品管理（表面处理）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噪音防护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热处理高温防护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OE 组织效率（Organization Effectiveness）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目标：人才发展与组织能力提升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多能工培养：扩大技能矩阵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团队管理：班组建设和改善活动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绩效管理：目标分解与追踪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知识管理：隐性知识显性化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员工参与：提案制度和改善小组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衡量标准：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人均产出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员工满意度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技能覆盖率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改善提案参与率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CM 成本管理（Cost Management）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目标：全员成本意识，持续降本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关键活动：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成本可视化：将成本信息传递到一线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损失地图（Loss Map）：量化各种损失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成本改善课题：专项降本活动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价值工程（VA/VE）：设计端降本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采购成本管理：供应链协同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紧固件行业成本重点：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材料利用率（钢材利用率）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能耗成本（电力、天然气）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换型损失（停机时间）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不良品成本（返工、报废）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WCM 实施路线图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阶段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周期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核心活动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里程碑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导入期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3-6月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高层承诺、组织架构、培训、现状评估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WCM 推进组织成立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基础期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6-12月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5S、设备维护、标准作业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OEE &gt; 65%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发展期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12-24月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9大支柱全面推行、改善活跃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OEE &gt; 75%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成熟期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24-36月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系统整合、跨部门协同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达到 JD 等级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卓越期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36月+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持续进化、行业标杆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达到 WD 等级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WCM 评估标准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评估维度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DC 等级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JD 等级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WD 等级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组织与人员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基本架构建立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职责明确、积极参与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卓越领导力和人才发展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自愿改善活动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开始开展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制度化、常态化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全员自主改善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信息交换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基本数据收集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系统化信息共享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数据驱动决策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过程/系统/技术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标准建立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系统运行有效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创新和持续优化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初步改善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显著改善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世界级水平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WCM 与 Lean / TPM 的关系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维度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WCM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Lean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TPM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全面（9大支柱）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价值流优化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设备维护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核心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整合所有维度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消除浪费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设备可靠性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WCM包含Lean和TPM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WCM的核心支柱之一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WCM的AM+PM支柱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适用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大型制造企业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通用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设备密集型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紧固件行业应用案例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WCM 在紧固件行业的全面应用：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AM 自主维护：冷镦机、搓丝机、热处理炉日常点检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PM 计划维护：关键设备预防性维护，OEE提升至80%+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QM 质量管理：螺纹通止规、SPC控制图、Cpk提升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DM 交期管理：从冷镦到成品的全流程前置时间压缩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EM 环境管理：废水处理、粉尘收集、能耗优化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LM 精益管理：5S推行、快速换模、看板系统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SM 安全管理：冲压安全防护、噪音控制、化学品管理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OE 组织效率：多能工培养、改善提案制度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CM 成本管理：材料利用率提升、换型损失减少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预期效果：OEE从60%提升至80%，交期缩短30%，不良率降低60%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总结与行动计划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WCM 核心要点回顾：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1. WCM 是全面整合的制造管理体系（9大支柱）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2. 以 Lean + TPM 为核心，覆盖质量、安全、环境、成本等维度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3. 采用 DC → JD → WD 分级评估，持续提升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4. 紧固件行业全面适用，每个支柱都有具体应用场景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行动计划：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第1周：完成 WCM 现状评估（每个支柱打分）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第2周：制定各支柱改善目标和行动计划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第1月：启动 5S 和自主维护（AM+LM）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第3月：引入 OEE 监控和计划维护（PM）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第6月：第一轮 WCM 评估，识别差距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第12月：目标达到 DC 等级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