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943600" cy="5943600"/>
          </a:xfrm>
          <a:prstGeom prst="ellipse">
            <a:avLst/>
          </a:prstGeom>
          <a:solidFill>
            <a:srgbClr val="1B2D6B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01200" y="-457200"/>
            <a:ext cx="4114800" cy="4114800"/>
          </a:xfrm>
          <a:prstGeom prst="ellipse">
            <a:avLst/>
          </a:prstGeom>
          <a:solidFill>
            <a:srgbClr val="233B7A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制造工序应用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Process Applications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983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精益工具在制造中的全面应用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从机加工到包装的端到端改善实践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制造流程概览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Discrete Manufacturing Process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制造工序应用 | 制造流程概览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 · 关键参数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2529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2529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2529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Machining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2529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22529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0.5-2s/件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5282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05282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05282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75-85%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2529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&lt;0.5%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5234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87121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7121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精加工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7121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 Machining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7121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87121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87121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0.3-1s/件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9874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9874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9874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80-90%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7121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&lt;0.3%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39826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51713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1713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热处理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1713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 Treatment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1713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1713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1713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2-4h/炉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4466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34466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4466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70-80%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1713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&lt;0.2%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4418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16305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16305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表面处理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6305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 Treatment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6305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16305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16305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30-90min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9058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99058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9058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65-75%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6305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&lt;1.0%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69010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80897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636F85"/>
          </a:solidFill>
          <a:ln w="12700">
            <a:solidFill>
              <a:srgbClr val="636F85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80897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80897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Sorting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0897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636F85"/>
          </a:solidFill>
          <a:ln w="12700">
            <a:solidFill>
              <a:srgbClr val="636F85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80897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80897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63650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863650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63650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95-98%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0897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&lt;0.1%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33602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945489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945489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45489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Packing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45489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945489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945489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28242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1028242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028242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85-92%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45489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&lt;0.05%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57200" y="4023360"/>
            <a:ext cx="112745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457200" y="4114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端到端关键指标总览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14400" y="44805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914400" y="45902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62s</a:t>
            </a:r>
            <a:endParaRPr lang="en-US" sz="2800" dirty="0"/>
          </a:p>
        </p:txBody>
      </p:sp>
      <p:sp>
        <p:nvSpPr>
          <p:cNvPr id="79" name="Text 77"/>
          <p:cNvSpPr/>
          <p:nvPr/>
        </p:nvSpPr>
        <p:spPr>
          <a:xfrm>
            <a:off x="91440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单件总CT（不含炉）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840480" y="44805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840480" y="45902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endParaRPr lang="en-US" sz="2800" dirty="0"/>
          </a:p>
        </p:txBody>
      </p:sp>
      <p:sp>
        <p:nvSpPr>
          <p:cNvPr id="82" name="Text 80"/>
          <p:cNvSpPr/>
          <p:nvPr/>
        </p:nvSpPr>
        <p:spPr>
          <a:xfrm>
            <a:off x="384048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综合OEE目标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766560" y="44805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6766560" y="45902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&lt;2%</a:t>
            </a:r>
            <a:endParaRPr lang="en-US" sz="2800" dirty="0"/>
          </a:p>
        </p:txBody>
      </p:sp>
      <p:sp>
        <p:nvSpPr>
          <p:cNvPr id="85" name="Text 83"/>
          <p:cNvSpPr/>
          <p:nvPr/>
        </p:nvSpPr>
        <p:spPr>
          <a:xfrm>
            <a:off x="676656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综合不良率目标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692640" y="44805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9692640" y="45902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14天</a:t>
            </a:r>
            <a:endParaRPr lang="en-US" sz="2800" dirty="0"/>
          </a:p>
        </p:txBody>
      </p:sp>
      <p:sp>
        <p:nvSpPr>
          <p:cNvPr id="88" name="Text 86"/>
          <p:cNvSpPr/>
          <p:nvPr/>
        </p:nvSpPr>
        <p:spPr>
          <a:xfrm>
            <a:off x="969264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交期改善目标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Machining — SMED · TPM · Poka-Yoke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制造工序应用 | 机加工工序精益应用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· 机加工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27632"/>
            <a:ext cx="34747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 快速换模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换模时间：60min -&gt; &lt;10min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标准化工装夹具，模具预热外移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参数预存一键调用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8895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效果：换模频次 1次/日 -&gt; 3次/日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Die change: 60min -&gt; &lt;10min | Frequency: 1x-&gt;3x/day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4632" y="4178808"/>
            <a:ext cx="347472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4142232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4142232"/>
            <a:ext cx="3474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4215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多工位冲床维护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自主保全：操作员日常点检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计划保全：预测性维护系统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OEE目标：从65%提升至85%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关键备件安全库存管理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5833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OEE: 65% -&gt; 85% | Unplanned downtime: -70%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3367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20624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206240" y="1627632"/>
            <a:ext cx="34747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34340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 防错应用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错误模具检测：定位销+接近传感器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材料线径超差：激光测径自动停机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短料检测：缺料自动报警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产品漏冲：重量检测自动剔除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4340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defect since 2022 | 100% auto detection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955280" y="1627632"/>
            <a:ext cx="57881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95528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8408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612880" y="1627632"/>
            <a:ext cx="2130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55280" y="2029968"/>
            <a:ext cx="5788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95528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Cycle Time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78408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612880" y="2029968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55280" y="2432304"/>
            <a:ext cx="578815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95528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模具寿命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8408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5万件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612880" y="2432304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8万件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955280" y="2834640"/>
            <a:ext cx="5788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95528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材料利用率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78408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612880" y="2834640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55280" y="3236976"/>
            <a:ext cx="578815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95528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换模时间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78408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60min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612880" y="3236976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&lt;10min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955280" y="3639312"/>
            <a:ext cx="5788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955280" y="3639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784080" y="3639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612880" y="3639312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955280" y="4041648"/>
            <a:ext cx="578815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955280" y="4041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784080" y="4041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612880" y="4041648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206240" y="4142232"/>
            <a:ext cx="7525512" cy="50292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206240" y="4142232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机加工是制造第一道关键工序——SMED释放产能、TPM稳定设备、Poka-Yoke杜绝批量不良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精加工工序精益应用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 Machining — Roller Life · SPC · Quick Change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制造工序应用 | 精加工工序精益应用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· 精加工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65760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27632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27632"/>
            <a:ext cx="36576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700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丝辊寿命管理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建立丝辊寿命预测模型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每班记录加工件数，提前预警更换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丝辊平均寿命：从8万件提升至12万件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136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Roller life: 80K -&gt; 120K pcs | Scrap rate -60%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" y="3858768"/>
            <a:ext cx="3657600" cy="192024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822192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822192"/>
            <a:ext cx="3657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895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轮廓 SPC 管控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量规抽检频率：首件+每30min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480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关键尺寸/外径实时SPC趋势图监控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CPK目标：&gt;= 1.67（关键特性）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330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CPK &gt;= 1.67 | Thread profile auto inspection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16552" y="1664208"/>
            <a:ext cx="365760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89120" y="1627632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389120" y="1627632"/>
            <a:ext cx="3657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26280" y="1700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快速换辊 Quick Roller Change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2628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应用SMED：从45min降至8min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标准化工装夹具设计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换辊参数预存，一键恢复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3136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Roller change: 45min -&gt; 8min | Setup time -82%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16552" y="3858768"/>
            <a:ext cx="3657600" cy="192024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389120" y="3822192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389120" y="3822192"/>
            <a:ext cx="3657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26280" y="3895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目视化管理 Visual Management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2628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产量/质量实时看板（Andon）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26280" y="4480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丝辊更换倒计时可视化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2628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缺陷样品展示板——对比良品/NG品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26280" y="5330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Andon response &lt; 30s | Visual QC board on-site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21040" y="1627632"/>
            <a:ext cx="548640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32104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改善项目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4984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97864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21040" y="2029968"/>
            <a:ext cx="5486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32104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换辊时间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14984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45min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97864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8min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21040" y="2432304"/>
            <a:ext cx="54864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32104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丝辊寿命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14984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8万件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97864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12万件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321040" y="2834640"/>
            <a:ext cx="5486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32104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尺寸不良率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14984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97864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321040" y="3236976"/>
            <a:ext cx="54864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32104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CPK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14984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97864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热处理工序精益应用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 Treatment — CQI-9 · Energy Efficiency · TPM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制造工序应用 | 热处理工序精益应用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 · 热处理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47472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27632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27632"/>
            <a:ext cx="34747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炉装量优化 Loading Optimization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标准化装料方式与层间距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装炉量从80%提升至95%有效利用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减少空炉运行，年省电费约15万元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136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Furnace utilization: 80% -&gt; 95%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" y="3858768"/>
            <a:ext cx="3474720" cy="22860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822192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822192"/>
            <a:ext cx="3474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8953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温度均匀性 SOP &amp; 能耗改善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169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炉内温度均匀性测试（TUS）定期验证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416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热电偶校准周期标准化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余热回收系统：预热进料原材料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910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天然气单耗从85降至68 m³/吨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5468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consumption: 85 -&gt; 68 m3/ton | Energy cost -20%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33672" y="1664208"/>
            <a:ext cx="347472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206240" y="1627632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206240" y="1627632"/>
            <a:ext cx="34747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34340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 合规管理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过程失效模式分析（PFMEA）体系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炉温记录系统连续监控+报警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年度过程审核确保体系有效运行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3136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 compliant | Zero process audit finding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33672" y="3858768"/>
            <a:ext cx="3474720" cy="22860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206240" y="3822192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206240" y="3822192"/>
            <a:ext cx="347472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343400" y="38953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炉体维护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43400" y="4169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炉膛清扫周期：每周一次标准化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43400" y="4416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网带寿命管理：定期张力检测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4340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气氛碳势控制系统预防性校验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43400" y="4910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计划停机维护时间缩短40%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43400" y="5468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 maintenance time -40% | Belt life +30%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961120" y="3200400"/>
            <a:ext cx="18288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9611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年综合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节能约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表面处理工序精益应用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 Treatment — Plating Control · WIP Reduction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制造工序应用 | 表面处理精益应用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 · 表面处理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27632"/>
            <a:ext cx="3474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镀液化学控制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镀液成分自动分析+补加系统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pH值/温度/电流密度实时监控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镀层厚度CPK从1.0提升至1.67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镀液异常自动报警+停机保护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Plating thickness CPK: 1.0 -&gt; 1.67 | Auto dosing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4632" y="4178808"/>
            <a:ext cx="347472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4142232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4142232"/>
            <a:ext cx="34747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4215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挂具/滚筒优化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挂具设计优化：装载量+20%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滚筒转速/倾斜角DOE优化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挂具定期清洗/退镀标准化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650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Loading capacity +20% | Barrel efficiency +15%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3367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20624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206240" y="1627632"/>
            <a:ext cx="34747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34340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环保合规 Environmental Compliance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434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废水在线监测：pH/Cr6+/Ni2+实时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化学品存储双人双锁管理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危废分类收集+台账追溯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年度环保审计零不符合项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environmental violation | Online monitoring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06240" y="4142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镀后至包装 WIP 削减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20624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电镀后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20624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6636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16636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钝化后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晾干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6636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12648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2648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8660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08660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08660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06240" y="5120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 WIP: 20h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32104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32104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连续流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水线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32104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8116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28116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干燥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28116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24128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1024128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24128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0.1h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120140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120140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120140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321040" y="5120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 WIP: 1h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092440" y="4617720"/>
            <a:ext cx="201168" cy="320040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Packaging — Poka-Yoke · Kanban · Line Balance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制造工序应用 | 包装工序精益应用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 · 包装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27632"/>
            <a:ext cx="34747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混品防止 Poka-Yoke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称重扫码双重校验系统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自动称重精度：+-0.1g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条码/RFID追溯系统联动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混装次数：从年均12次降至0次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Mix-up prevention: 0 incidents since 2022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3367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20624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06240" y="1627632"/>
            <a:ext cx="34747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4340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纸箱标准化 Carton Standardization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纸箱规格从23种缩减至8种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内衬/隔板通用化设计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包材采购成本降低25%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库存空间减少40%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Carton SKUs: 23 -&gt; 8 | Procurement cost -25%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82712" y="1664208"/>
            <a:ext cx="3776472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955280" y="1627632"/>
            <a:ext cx="37764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955280" y="1627632"/>
            <a:ext cx="3776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92440" y="1700784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包材看板 Kanban for Packaging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92440" y="201168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双箱看板系统触发包材补充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92440" y="228600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安全库存自动计算(ERP联动)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92440" y="256032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缺料停线风险降低90%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92440" y="283464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包材周转天数从15天降至5天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3502152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Kanban system | Stockout risk -90%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产线平衡优化 Line Balance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 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0" y="4297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 CT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834640" y="45262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566160" y="4526280"/>
            <a:ext cx="13716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566160" y="4526280"/>
            <a:ext cx="13716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566160" y="4526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943600" y="4526280"/>
            <a:ext cx="13716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943600" y="4526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834640" y="48646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装袋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566160" y="4864608"/>
            <a:ext cx="20574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3566160" y="4864608"/>
            <a:ext cx="20574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566160" y="48646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43600" y="4864608"/>
            <a:ext cx="14859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943600" y="4864608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834640" y="52029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装箱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566160" y="5202936"/>
            <a:ext cx="17145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3566160" y="5202936"/>
            <a:ext cx="17145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566160" y="5202936"/>
            <a:ext cx="17145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943600" y="5202936"/>
            <a:ext cx="14859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943600" y="5202936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34640" y="554126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封箱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566160" y="5541264"/>
            <a:ext cx="11430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3566160" y="5541264"/>
            <a:ext cx="11430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566160" y="554126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943600" y="5541264"/>
            <a:ext cx="12573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943600" y="5541264"/>
            <a:ext cx="1257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34640" y="587959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贴标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566160" y="5879592"/>
            <a:ext cx="9144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3566160" y="5879592"/>
            <a:ext cx="9144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566160" y="5879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943600" y="5879592"/>
            <a:ext cx="10287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943600" y="5879592"/>
            <a:ext cx="10287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834640" y="62179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码垛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566160" y="6217920"/>
            <a:ext cx="16002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3566160" y="6217920"/>
            <a:ext cx="1600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3566160" y="62179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943600" y="6217920"/>
            <a:ext cx="13716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943600" y="6217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12s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229600" y="4572000"/>
            <a:ext cx="2011680" cy="9144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229600" y="4572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产线平衡率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68% -&gt; 88%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综合改善案例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Comprehensive Improvement Case — Before / After All Processes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制造工序应用 | 综合改善案例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全流程改善成效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62% -&gt; 85%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 设备综合效率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627632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004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14天 -&gt; 5天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2221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交货周期改善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627632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3.2% -&gt; 0.8%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221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综合不良率下降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627632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28天 -&gt; 8天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686800" y="2221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在制品库存天数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950976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28803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28803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8803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28803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82696"/>
            <a:ext cx="9509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32826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32826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 65%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 60min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2826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 85%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 &lt;10min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32826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9509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3794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精加工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3794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换辊 45min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 0.8%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换辊 8min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 0.2%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06640" y="3794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目视管理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306824"/>
            <a:ext cx="9509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43068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热处理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0" y="43068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 85m³/吨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装量 80%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43068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 68m³/吨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装量 95%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6640" y="43068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818888"/>
            <a:ext cx="9509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7200" y="4818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表面处理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86000" y="4818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WIP 20h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膜厚CPK 1.0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4818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WIP 1h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膜厚CPK 1.67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06640" y="4818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330952"/>
            <a:ext cx="9509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57200" y="5330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86000" y="53309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人工目检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漏检率 2%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53309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自动光学装配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漏检率 &lt;0.1%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06640" y="53309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843016"/>
            <a:ext cx="9509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57200" y="5843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286000" y="5843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混装12次/年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平衡率 68%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46320" y="5843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混装 0次/年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平衡率 88%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06640" y="5843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线平衡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74552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2286000" y="6172200"/>
            <a:ext cx="7616952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2286000" y="6172200"/>
            <a:ext cx="7616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综合改善成果：年节省约 480 万元 | 客户投诉率下降 80% | 准时交付率 98.5%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产品行业应用 Product Industry Applications</dc:title>
  <dc:subject>PptxGenJS Presentation</dc:subject>
  <dc:creator>精益工具知识库</dc:creator>
  <cp:lastModifiedBy>精益工具知识库</cp:lastModifiedBy>
  <cp:revision>1</cp:revision>
  <dcterms:created xsi:type="dcterms:W3CDTF">2026-05-17T12:46:30Z</dcterms:created>
  <dcterms:modified xsi:type="dcterms:W3CDTF">2026-05-17T12:46:30Z</dcterms:modified>
</cp:coreProperties>
</file>